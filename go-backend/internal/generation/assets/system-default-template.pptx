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0000" y="3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50000" y="3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50000" y="3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50000" y="3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50000" y="3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50000" y="3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50000" y="3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00" y="11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0000" y="11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0000" y="11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0000" y="11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0000" y="11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0000" y="11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50000" y="11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000" y="18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0000" y="18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0000" y="18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50000" y="18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50000" y="18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0000" y="18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50000" y="18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000" y="26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0000" y="26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50000" y="26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0000" y="26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0000" y="26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0000" y="26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0000" y="26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000" y="33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0000" y="33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0000" y="33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0000" y="33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50000" y="33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0000" y="33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50000" y="33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0000" y="41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0000" y="41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50000" y="41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0000" y="41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0000" y="41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50000" y="41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50000" y="41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0000" y="48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0000" y="48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50000" y="48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50000" y="48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50000" y="48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50000" y="48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50000" y="485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0000" y="56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50000" y="56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50000" y="56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50000" y="56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50000" y="56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50000" y="56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50000" y="5600000"/>
            <a:ext cx="145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latin typeface="Microsoft YaHei"/>
              </a:rPr>
              <a:t>系统默认内容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LessonForge system default template</dc:title>
  <dc:subject>System-owned default layout</dc:subject>
  <dc:creator>LessonForge</dc:creator>
  <cp:keywords/>
  <dc:description>generated using python-pptx</dc:description>
  <cp:lastModifiedBy>Steve Canny</cp:lastModifiedBy>
  <cp:revision>1</cp:revision>
  <dcterms:created xsi:type="dcterms:W3CDTF">2000-01-01T00:00:00Z</dcterms:created>
  <dcterms:modified xsi:type="dcterms:W3CDTF">2000-01-01T00:00:00Z</dcterms:modified>
  <cp:category/>
</cp:coreProperties>
</file>