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presentationml/2006/relationships/slide" Target="slides/slide2.xml"/><Relationship Id="rId9" Type="http://schemas.openxmlformats.org/presentationml/2006/relationships/slide" Target="slides/slide3.xml"/><Relationship Id="rId10" Type="http://schemas.openxmlformats.org/presentationml/2006/relationships/slide" Target="slides/slide4.xml"/><Relationship Id="rId11" Type="http://schemas.openxmlformats.org/presentationml/2006/relationships/slide" Target="slides/slide5.xml"/><Relationship Id="rId12" Type="http://schemas.openxmlformats.org/presentationml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系统默认TITLE1"/>
          <p:cNvSpPr txBox="1"/>
          <p:nvPr/>
        </p:nvSpPr>
        <p:spPr>
          <a:xfrm>
            <a:off x="650000" y="400000"/>
            <a:ext cx="10800000" cy="8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>
                <a:latin typeface="Microsoft YaHei"/>
              </a:rPr>
              <a:t>系统默认内容</a:t>
            </a:r>
          </a:p>
        </p:txBody>
      </p:sp>
      <p:sp>
        <p:nvSpPr>
          <p:cNvPr id="3" name="系统默认BULLETS2"/>
          <p:cNvSpPr txBox="1"/>
          <p:nvPr/>
        </p:nvSpPr>
        <p:spPr>
          <a:xfrm>
            <a:off x="6000000" y="1550000"/>
            <a:ext cx="5350000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系统默认TITLE1"/>
          <p:cNvSpPr txBox="1"/>
          <p:nvPr/>
        </p:nvSpPr>
        <p:spPr>
          <a:xfrm>
            <a:off x="650000" y="400000"/>
            <a:ext cx="10800000" cy="8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>
                <a:latin typeface="Microsoft YaHei"/>
              </a:rPr>
              <a:t>系统默认内容</a:t>
            </a:r>
          </a:p>
        </p:txBody>
      </p:sp>
      <p:sp>
        <p:nvSpPr>
          <p:cNvPr id="3" name="系统默认BODY2"/>
          <p:cNvSpPr txBox="1"/>
          <p:nvPr/>
        </p:nvSpPr>
        <p:spPr>
          <a:xfrm>
            <a:off x="750000" y="1550000"/>
            <a:ext cx="4900000" cy="4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4" name="系统默认BULLETS3"/>
          <p:cNvSpPr txBox="1"/>
          <p:nvPr/>
        </p:nvSpPr>
        <p:spPr>
          <a:xfrm>
            <a:off x="6000000" y="1550000"/>
            <a:ext cx="5350000" cy="4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系统默认TITLE1"/>
          <p:cNvSpPr txBox="1"/>
          <p:nvPr/>
        </p:nvSpPr>
        <p:spPr>
          <a:xfrm>
            <a:off x="650000" y="400000"/>
            <a:ext cx="10800000" cy="8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>
                <a:latin typeface="Microsoft YaHei"/>
              </a:rPr>
              <a:t>系统默认内容</a:t>
            </a:r>
          </a:p>
        </p:txBody>
      </p:sp>
      <p:sp>
        <p:nvSpPr>
          <p:cNvPr id="3" name="系统默认BODY2"/>
          <p:cNvSpPr txBox="1"/>
          <p:nvPr/>
        </p:nvSpPr>
        <p:spPr>
          <a:xfrm>
            <a:off x="750000" y="1550000"/>
            <a:ext cx="4900000" cy="4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4" name="系统默认BULLETS3"/>
          <p:cNvSpPr txBox="1"/>
          <p:nvPr/>
        </p:nvSpPr>
        <p:spPr>
          <a:xfrm>
            <a:off x="650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5" name="系统默认BULLETS4"/>
          <p:cNvSpPr txBox="1"/>
          <p:nvPr/>
        </p:nvSpPr>
        <p:spPr>
          <a:xfrm>
            <a:off x="3395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6" name="系统默认BULLETS5"/>
          <p:cNvSpPr txBox="1"/>
          <p:nvPr/>
        </p:nvSpPr>
        <p:spPr>
          <a:xfrm>
            <a:off x="6140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7" name="系统默认BULLETS6"/>
          <p:cNvSpPr txBox="1"/>
          <p:nvPr/>
        </p:nvSpPr>
        <p:spPr>
          <a:xfrm>
            <a:off x="8885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系统默认TITLE1"/>
          <p:cNvSpPr txBox="1"/>
          <p:nvPr/>
        </p:nvSpPr>
        <p:spPr>
          <a:xfrm>
            <a:off x="650000" y="400000"/>
            <a:ext cx="10800000" cy="8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>
                <a:latin typeface="Microsoft YaHei"/>
              </a:rPr>
              <a:t>系统默认内容</a:t>
            </a:r>
          </a:p>
        </p:txBody>
      </p:sp>
      <p:sp>
        <p:nvSpPr>
          <p:cNvPr id="3" name="系统默认BODY2"/>
          <p:cNvSpPr txBox="1"/>
          <p:nvPr/>
        </p:nvSpPr>
        <p:spPr>
          <a:xfrm>
            <a:off x="750000" y="1550000"/>
            <a:ext cx="4900000" cy="4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4" name="系统默认BULLETS3"/>
          <p:cNvSpPr txBox="1"/>
          <p:nvPr/>
        </p:nvSpPr>
        <p:spPr>
          <a:xfrm>
            <a:off x="65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5" name="系统默认BULLETS4"/>
          <p:cNvSpPr txBox="1"/>
          <p:nvPr/>
        </p:nvSpPr>
        <p:spPr>
          <a:xfrm>
            <a:off x="431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6" name="系统默认BULLETS5"/>
          <p:cNvSpPr txBox="1"/>
          <p:nvPr/>
        </p:nvSpPr>
        <p:spPr>
          <a:xfrm>
            <a:off x="797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7" name="系统默认BULLETS6"/>
          <p:cNvSpPr txBox="1"/>
          <p:nvPr/>
        </p:nvSpPr>
        <p:spPr>
          <a:xfrm>
            <a:off x="797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系统默认TITLE1"/>
          <p:cNvSpPr txBox="1"/>
          <p:nvPr/>
        </p:nvSpPr>
        <p:spPr>
          <a:xfrm>
            <a:off x="650000" y="400000"/>
            <a:ext cx="10800000" cy="8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>
                <a:latin typeface="Microsoft YaHei"/>
              </a:rPr>
              <a:t>系统默认内容</a:t>
            </a:r>
          </a:p>
        </p:txBody>
      </p:sp>
      <p:sp>
        <p:nvSpPr>
          <p:cNvPr id="3" name="系统默认BULLETS2"/>
          <p:cNvSpPr txBox="1"/>
          <p:nvPr/>
        </p:nvSpPr>
        <p:spPr>
          <a:xfrm>
            <a:off x="650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4" name="系统默认BULLETS3"/>
          <p:cNvSpPr txBox="1"/>
          <p:nvPr/>
        </p:nvSpPr>
        <p:spPr>
          <a:xfrm>
            <a:off x="3395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5" name="系统默认BULLETS4"/>
          <p:cNvSpPr txBox="1"/>
          <p:nvPr/>
        </p:nvSpPr>
        <p:spPr>
          <a:xfrm>
            <a:off x="6140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6" name="系统默认BULLETS5"/>
          <p:cNvSpPr txBox="1"/>
          <p:nvPr/>
        </p:nvSpPr>
        <p:spPr>
          <a:xfrm>
            <a:off x="8885000" y="2600000"/>
            <a:ext cx="2565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系统默认TITLE1"/>
          <p:cNvSpPr txBox="1"/>
          <p:nvPr/>
        </p:nvSpPr>
        <p:spPr>
          <a:xfrm>
            <a:off x="650000" y="400000"/>
            <a:ext cx="10800000" cy="8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>
                <a:latin typeface="Microsoft YaHei"/>
              </a:rPr>
              <a:t>系统默认内容</a:t>
            </a:r>
          </a:p>
        </p:txBody>
      </p:sp>
      <p:sp>
        <p:nvSpPr>
          <p:cNvPr id="3" name="系统默认BULLETS2"/>
          <p:cNvSpPr txBox="1"/>
          <p:nvPr/>
        </p:nvSpPr>
        <p:spPr>
          <a:xfrm>
            <a:off x="65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4" name="系统默认BULLETS3"/>
          <p:cNvSpPr txBox="1"/>
          <p:nvPr/>
        </p:nvSpPr>
        <p:spPr>
          <a:xfrm>
            <a:off x="431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  <p:sp>
        <p:nvSpPr>
          <p:cNvPr id="5" name="系统默认BULLETS4"/>
          <p:cNvSpPr txBox="1"/>
          <p:nvPr/>
        </p:nvSpPr>
        <p:spPr>
          <a:xfrm>
            <a:off x="7970000" y="2600000"/>
            <a:ext cx="3480000" cy="2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>
                <a:latin typeface="Microsoft YaHei"/>
              </a:rPr>
              <a:t>系统默认内容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LessonForge system default template</dc:title>
  <dc:subject>System-owned default layout</dc:subject>
  <dc:creator>LessonForge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